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Farouq Hassan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Cybersecurity Specialist · HTU Jordan (Graduating 2026)</a:t>
            </a:r>
          </a:p>
          <a:p>
            <a:pPr/>
            <a:r>
              <a:t>Intern — Special Communications Commission (JAF)</a:t>
            </a:r>
          </a:p>
          <a:p>
            <a:pPr/>
            <a:r>
              <a:t>CDSA · HTB CPTS &amp; CWES (in progress)</a:t>
            </a:r>
          </a:p>
          <a:p>
            <a:pPr/>
            <a:r>
              <a:t>farouqhassan.dev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Cybersecurity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$4,880,000 average breach cost (IBM 2024)</a:t>
            </a:r>
          </a:p>
          <a:p>
            <a:pPr/>
            <a:r>
              <a:t>90% attacks start with human error</a:t>
            </a:r>
          </a:p>
          <a:p>
            <a:pPr/>
            <a:r>
              <a:t>Awareness &gt; tools</a:t>
            </a:r>
          </a:p>
          <a:p>
            <a:pPr/>
            <a:r>
              <a:t>Students need to think like attackers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Websites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Websites take user input</a:t>
            </a:r>
          </a:p>
          <a:p>
            <a:pPr/>
            <a:r>
              <a:t>Login forms, search bars, comments</a:t>
            </a:r>
          </a:p>
          <a:p>
            <a:pPr/>
            <a:r>
              <a:t>What if input is NOT validated?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XSS — Cross-Site Scripting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Inject code into a website</a:t>
            </a:r>
          </a:p>
          <a:p>
            <a:pPr/>
            <a:r>
              <a:t>Executed in user browser</a:t>
            </a:r>
          </a:p>
          <a:p>
            <a:pPr/>
            <a:r>
              <a:t>Example:</a:t>
            </a:r>
          </a:p>
          <a:p>
            <a:pPr/>
            <a:r>
              <a:t>&lt;script&gt;alert('You have been hacked')&lt;/script&gt;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Structure (75 Hours)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Weeks 1–2: Internet fundamentals</a:t>
            </a:r>
          </a:p>
          <a:p>
            <a:pPr/>
            <a:r>
              <a:t>Weeks 3–5: Web security</a:t>
            </a:r>
          </a:p>
          <a:p>
            <a:pPr/>
            <a:r>
              <a:t>Weeks 6–8: Network basics</a:t>
            </a:r>
          </a:p>
          <a:p>
            <a:pPr/>
            <a:r>
              <a:t>Weeks 9–11: Defensive security (SOC)</a:t>
            </a:r>
          </a:p>
          <a:p>
            <a:pPr/>
            <a:r>
              <a:t>Weeks 12–13: Capstone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Government cybersecurity intern (JAF)</a:t>
            </a:r>
          </a:p>
          <a:p>
            <a:pPr/>
            <a:r>
              <a:t>Trained with National Cybersecurity Center</a:t>
            </a:r>
          </a:p>
          <a:p>
            <a:pPr/>
            <a:r>
              <a:t>Building AttackSight (security framework)</a:t>
            </a:r>
          </a:p>
          <a:p>
            <a:pPr/>
            <a:r>
              <a:t>I understand beginner struggles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Let’s Build This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farouqhassan.dev</a:t>
            </a:r>
          </a:p>
          <a:p>
            <a:pPr/>
            <a:r>
              <a:t>github.com/farouq7assan0o</a:t>
            </a:r>
          </a:p>
          <a:p>
            <a:pPr/>
            <a:r>
              <a:t>Free trial session available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