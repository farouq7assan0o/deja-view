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Cybersecurity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 Session</a:t>
            </a:r>
          </a:p>
          <a:p>
            <a:r>
              <a:t>Farouq Hassan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Cybersecurity?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Hackers attack systems constantly</a:t>
            </a:r>
          </a:p>
          <a:p>
            <a:r>
              <a:t>Your data = target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Cybersecurity?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Protecting systems and data</a:t>
            </a:r>
          </a:p>
          <a:p>
            <a:r>
              <a:t>Prevent unauthorized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Vulnerability = Weakness</a:t>
            </a:r>
          </a:p>
          <a:p>
            <a:r>
              <a:t>Attack = Exploitation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Hackers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White Hat</a:t>
            </a:r>
          </a:p>
          <a:p>
            <a:r>
              <a:t>Black Hat</a:t>
            </a:r>
          </a:p>
          <a:p>
            <a:r>
              <a:t>Gray Hat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XSS?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Injecting code into websites</a:t>
            </a:r>
          </a:p>
          <a:p>
            <a:r>
              <a:t>Executed in user's browser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will test a simple XSS attack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Steal data</a:t>
            </a:r>
          </a:p>
          <a:p>
            <a:r>
              <a:t>Take over accounts</a:t>
            </a:r>
          </a:p>
          <a:p>
            <a:r>
              <a:t>Modify content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zero → fundamentals → attacks → defense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Cybersecurity = mindset + skills</a:t>
            </a:r>
          </a:p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